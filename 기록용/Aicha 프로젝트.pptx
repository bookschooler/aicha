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9" r:id="rId3"/>
    <p:sldId id="264" r:id="rId4"/>
    <p:sldId id="265" r:id="rId5"/>
    <p:sldId id="266" r:id="rId6"/>
    <p:sldId id="267" r:id="rId7"/>
    <p:sldId id="278" r:id="rId8"/>
    <p:sldId id="268" r:id="rId9"/>
    <p:sldId id="269" r:id="rId10"/>
    <p:sldId id="270" r:id="rId11"/>
    <p:sldId id="277" r:id="rId12"/>
    <p:sldId id="271" r:id="rId13"/>
    <p:sldId id="272" r:id="rId14"/>
    <p:sldId id="273" r:id="rId15"/>
    <p:sldId id="274" r:id="rId16"/>
    <p:sldId id="275" r:id="rId17"/>
    <p:sldId id="276" r:id="rId18"/>
    <p:sldId id="256" r:id="rId19"/>
    <p:sldId id="262" r:id="rId20"/>
    <p:sldId id="261" r:id="rId21"/>
    <p:sldId id="259" r:id="rId22"/>
    <p:sldId id="260" r:id="rId23"/>
    <p:sldId id="257" r:id="rId24"/>
    <p:sldId id="25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51E62-228B-5EEE-4DB4-1F53A2952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48FFC8-7C43-228D-CE0C-B91BB64B1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31AAE-591C-7DA4-E29E-67CD61AA8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CC25C-7742-F410-006A-6E0672E0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2B0D88-4FCE-5F19-17E5-73714320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53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A3CF3-0F3D-6C23-ECAA-D16CA9AA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2F537-550D-67A1-3322-EE2C2416B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D610ED-C2CD-A032-CCC2-48D1109CD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FCC45B-D7D9-FAC8-4ED4-0B3DC648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CA5EB7-6D22-1C11-EB6E-64E10D48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87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DB40B-7857-5F3C-06F5-A08D4A34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BCD25B-CA4B-710B-256B-4544B757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39B3D-DF9E-3303-7695-CCD04A8D6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F484F8-665E-B97B-7FFE-68C92D8A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EC9D0-C925-8A38-2E90-4BC014FF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5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FEAEB-1237-2821-324B-9ED1A374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141B25-24B6-8F8C-9706-1BE38A1FD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F83C80-6F8A-71C9-4BE0-A91ABB1D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E90567-B6E1-CEC5-EC16-E1F2FD2D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3233A5-94F6-49F2-994C-CD65C85B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B06E1-A717-4455-5415-F29D936A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54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EAC00-DDAE-7ED2-56C7-8CE1FB86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288C07-01AA-7200-6A59-364B51E7D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464CED-7A32-47CE-A766-BDEF3FC8B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EC743E-54D0-FE01-8712-EBEA1FB94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D4EF81-0D10-39A7-D8E6-858305245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CD209-5CF1-D026-6C70-E617DE392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BFFB98-F85F-ABED-8914-C52E14BD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248571-D1A4-065F-387A-D3F28673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17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DAA76-07C7-C0B8-5A9E-940BAA2F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552279-8BDC-5A0B-887F-F054AE1F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DA6C3C-3D31-63F1-7DF6-034254D1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4FFE29-57C2-7DE7-3C79-21D21926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17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C34A82-5FF9-C31A-493F-7E883558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7FFD33-CC24-8190-EEDE-1B9EED37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692C3-9515-6AC0-17BD-A9BBD560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31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5EFD2-B62A-F75D-458C-5E2C62E0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572235-DAAD-C734-CDE0-B3628AB60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021F85-1583-321E-C4EE-FD5D14A85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E11C59-33B8-6E8B-291A-8539FC4F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F82CD7-B30E-314B-BB84-8FFEC784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BA7B30-6D57-9214-30C8-E0C61114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6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D26AB-7C04-8B8D-4778-4CE282B2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F0B1E1-60EC-7A5C-52C7-B063BFE3A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71520B-3BF7-E3EA-D413-39534A997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8DB485-AF37-3C1E-9622-C29F4E07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1165FC-6AA5-05A3-9ABF-F21250F0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5FF506-93F1-2620-7577-A941CDC2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29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B88CF-C2C7-DEC6-38F1-FCBB7A18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45952D-CFAF-ED9D-E8E3-20C12D30F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1AEFB-5A34-68F2-6D73-813A54389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E5CAB-7338-0EEA-521B-3554F1D7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63129-28DE-7611-DF49-7C5B35AE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33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16CBF5-2203-6267-175B-012C2D2F8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A311C-8FE0-B9F4-35DB-14F6C0391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19FA20-4FEA-3A66-E419-3ED15F35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C6A073-8319-A70F-23FA-698897E5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EC35F-6740-7967-2F2F-8240D182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E10CA5-D3AD-4949-9C58-C255EB4FE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E1C283-9878-901F-9819-A930795C6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CB63B-68CA-2D3F-BA71-CF9612533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AEA05-AA5E-4061-A306-AE9B51DD0C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E8DCC-1A51-204C-4291-EA0ECEAF4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EC1D3C-3D27-BF5D-6A4E-64D298DD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DB5FD-0E09-44DB-9336-7A498CF7D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6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66F8DBD-A28C-0F1D-0279-6B479B5DA1B5}"/>
              </a:ext>
            </a:extLst>
          </p:cNvPr>
          <p:cNvSpPr txBox="1"/>
          <p:nvPr/>
        </p:nvSpPr>
        <p:spPr>
          <a:xfrm>
            <a:off x="2733368" y="117693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데이터 수집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/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정제</a:t>
            </a:r>
          </a:p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       </a:t>
            </a:r>
            <a:endParaRPr lang="en-US" altLang="ko-KR" dirty="0"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↓</a:t>
            </a: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endParaRPr lang="ko-KR" altLang="en-US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EDA (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탐색적 분석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) </a:t>
            </a:r>
          </a:p>
          <a:p>
            <a:pPr algn="ctr" rtl="0">
              <a:buNone/>
            </a:pP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↓</a:t>
            </a: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endParaRPr lang="ko-KR" altLang="en-US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Feature Selection        </a:t>
            </a:r>
            <a:endParaRPr lang="ko-KR" altLang="en-US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(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변수 선택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algn="ctr" rtl="0">
              <a:buNone/>
            </a:pP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↓</a:t>
            </a:r>
          </a:p>
          <a:p>
            <a:pPr algn="ctr" rtl="0">
              <a:buNone/>
            </a:pP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모델 학습</a:t>
            </a: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(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회귀분석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algn="ctr" rtl="0">
              <a:buNone/>
            </a:pP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↓</a:t>
            </a:r>
          </a:p>
          <a:p>
            <a:pPr algn="ctr" rtl="0">
              <a:buNone/>
            </a:pP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모델 평가</a:t>
            </a: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(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성능 검증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↓</a:t>
            </a:r>
          </a:p>
          <a:p>
            <a:pPr algn="ctr" rtl="0">
              <a:buNone/>
            </a:pPr>
            <a:endParaRPr lang="en-US" altLang="ko-KR" b="0" i="0" dirty="0">
              <a:effectLst/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ko-KR" altLang="en-US" b="0" i="0" dirty="0">
                <a:effectLst/>
                <a:latin typeface="Courier New" panose="02070309020205020404" pitchFamily="49" charset="0"/>
              </a:rPr>
              <a:t>결과 해석 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&amp; 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활용</a:t>
            </a:r>
          </a:p>
          <a:p>
            <a:pPr algn="ctr" rtl="0">
              <a:buNone/>
            </a:pPr>
            <a:r>
              <a:rPr lang="en-US" altLang="ko-KR" b="0" i="0" dirty="0">
                <a:effectLst/>
                <a:latin typeface="Courier New" panose="02070309020205020404" pitchFamily="49" charset="0"/>
              </a:rPr>
              <a:t>(</a:t>
            </a:r>
            <a:r>
              <a:rPr lang="ko-KR" altLang="en-US" b="0" i="0" dirty="0">
                <a:effectLst/>
                <a:latin typeface="Courier New" panose="02070309020205020404" pitchFamily="49" charset="0"/>
              </a:rPr>
              <a:t>상권 추천</a:t>
            </a:r>
            <a:r>
              <a:rPr lang="en-US" altLang="ko-KR" b="0" i="0" dirty="0">
                <a:effectLst/>
                <a:latin typeface="Courier New" panose="02070309020205020404" pitchFamily="49" charset="0"/>
              </a:rPr>
              <a:t>)</a:t>
            </a:r>
            <a:endParaRPr lang="ko-KR" altLang="en-US" b="0" i="0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74EE7A-A5C1-ABAE-DAC4-4263213D20D5}"/>
              </a:ext>
            </a:extLst>
          </p:cNvPr>
          <p:cNvSpPr txBox="1"/>
          <p:nvPr/>
        </p:nvSpPr>
        <p:spPr>
          <a:xfrm>
            <a:off x="147484" y="117693"/>
            <a:ext cx="402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ko-KR" altLang="en-US" b="1" i="0" dirty="0">
                <a:effectLst/>
                <a:latin typeface="-apple-system"/>
              </a:rPr>
              <a:t>일반적인 회귀분석 순서</a:t>
            </a:r>
          </a:p>
        </p:txBody>
      </p:sp>
    </p:spTree>
    <p:extLst>
      <p:ext uri="{BB962C8B-B14F-4D97-AF65-F5344CB8AC3E}">
        <p14:creationId xmlns:p14="http://schemas.microsoft.com/office/powerpoint/2010/main" val="164222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ECA1-5D37-2CBE-E33A-59E0C670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024B2E-5F29-AD7D-CDDC-59699CF2E243}"/>
              </a:ext>
            </a:extLst>
          </p:cNvPr>
          <p:cNvSpPr txBox="1"/>
          <p:nvPr/>
        </p:nvSpPr>
        <p:spPr>
          <a:xfrm>
            <a:off x="2072149" y="2497976"/>
            <a:ext cx="804770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500" dirty="0"/>
              <a:t>분석 로드맵</a:t>
            </a:r>
          </a:p>
        </p:txBody>
      </p:sp>
    </p:spTree>
    <p:extLst>
      <p:ext uri="{BB962C8B-B14F-4D97-AF65-F5344CB8AC3E}">
        <p14:creationId xmlns:p14="http://schemas.microsoft.com/office/powerpoint/2010/main" val="368624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C6212CC-9CCF-E86A-D58C-5E3F69E3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5163" cy="523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0C9A8C-BE14-4728-7D73-2C5081F14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356" y="974879"/>
            <a:ext cx="8453715" cy="506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2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4C1C58-51A0-B3D2-D5AA-5B5911D0B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46" y="1170038"/>
            <a:ext cx="10086308" cy="40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85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969A-EB9D-E1BD-1CBD-55D046C7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45E453-7470-4147-8A98-DF5561A2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82" y="1199537"/>
            <a:ext cx="9251236" cy="42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1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9F29F-B901-CE32-5CFE-41C2E148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12C32F-F194-48B1-CF05-F706165E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48" y="575149"/>
            <a:ext cx="7895303" cy="542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94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7D0C1-35CF-8378-A3F3-46CEE66E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C50E6-8B01-26DF-32F2-C5C93F3903E2}"/>
              </a:ext>
            </a:extLst>
          </p:cNvPr>
          <p:cNvSpPr txBox="1"/>
          <p:nvPr/>
        </p:nvSpPr>
        <p:spPr>
          <a:xfrm>
            <a:off x="408039" y="2497976"/>
            <a:ext cx="1137592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500" dirty="0"/>
              <a:t>단계별 주의사항</a:t>
            </a:r>
          </a:p>
        </p:txBody>
      </p:sp>
    </p:spTree>
    <p:extLst>
      <p:ext uri="{BB962C8B-B14F-4D97-AF65-F5344CB8AC3E}">
        <p14:creationId xmlns:p14="http://schemas.microsoft.com/office/powerpoint/2010/main" val="292540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9461-D9F7-717F-92B4-29C2A78B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EB9040-4107-2262-8A6C-9F5CAC97A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998" y="162812"/>
            <a:ext cx="2172003" cy="495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F3D74E-1E77-DE32-D1D8-52CAB3E48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34" y="1343816"/>
            <a:ext cx="11258132" cy="47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7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902F7-5C04-B730-812E-6E830EBE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3AEE48-C650-59D7-C162-8111A310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29" y="533760"/>
            <a:ext cx="10153390" cy="573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5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0A4138-0E42-1488-D60C-B2D18D959727}"/>
              </a:ext>
            </a:extLst>
          </p:cNvPr>
          <p:cNvSpPr txBox="1"/>
          <p:nvPr/>
        </p:nvSpPr>
        <p:spPr>
          <a:xfrm>
            <a:off x="2753033" y="2340077"/>
            <a:ext cx="734469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500" dirty="0"/>
              <a:t>추가 조언</a:t>
            </a:r>
          </a:p>
        </p:txBody>
      </p:sp>
    </p:spTree>
    <p:extLst>
      <p:ext uri="{BB962C8B-B14F-4D97-AF65-F5344CB8AC3E}">
        <p14:creationId xmlns:p14="http://schemas.microsoft.com/office/powerpoint/2010/main" val="3411447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F8AE-86F8-803B-F875-97ABF25A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B57571-8F54-58EB-5448-B4CE894D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646" y="73098"/>
            <a:ext cx="1600423" cy="4191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BC1BAFC-2B6A-E424-5953-D4611E908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1" y="1658698"/>
            <a:ext cx="11370958" cy="35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0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BE21-8BB5-7518-CACA-189A2AFA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53E778-E59C-5563-7843-EC3F60E3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12" y="1664326"/>
            <a:ext cx="9562976" cy="352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5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46A6-8C3D-6D92-C396-67D5DDF8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9B6E1-B81C-8436-1C57-CA39A7EF241F}"/>
              </a:ext>
            </a:extLst>
          </p:cNvPr>
          <p:cNvSpPr txBox="1"/>
          <p:nvPr/>
        </p:nvSpPr>
        <p:spPr>
          <a:xfrm>
            <a:off x="2423651" y="2235649"/>
            <a:ext cx="7344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00" dirty="0"/>
              <a:t>Feature Selection </a:t>
            </a:r>
            <a:endParaRPr lang="ko-KR" altLang="en-US" sz="7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131AE-F937-9E65-A736-4113B488F63C}"/>
              </a:ext>
            </a:extLst>
          </p:cNvPr>
          <p:cNvSpPr txBox="1"/>
          <p:nvPr/>
        </p:nvSpPr>
        <p:spPr>
          <a:xfrm>
            <a:off x="2674376" y="3592503"/>
            <a:ext cx="7344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-  </a:t>
            </a:r>
            <a:r>
              <a:rPr lang="en-US" altLang="ko-KR" sz="4800" dirty="0" err="1"/>
              <a:t>XGBoost</a:t>
            </a:r>
            <a:r>
              <a:rPr lang="en-US" altLang="ko-KR" sz="4800" dirty="0"/>
              <a:t> &amp; SHAP  -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91953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A0244-AA64-2DD1-62F6-F0E268ED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0806F2-551B-7590-A283-9497EC97E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73" y="480283"/>
            <a:ext cx="9255830" cy="57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80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A6CD-A8D8-0025-8DC5-820E6A060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7EB3D4-EBD0-B266-356A-D6EBF1025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3" y="1328201"/>
            <a:ext cx="11734874" cy="38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49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9A16-0096-E0AF-6FC2-7A6F18C9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26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E1F5-E221-5988-5798-8A966AAB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528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51F29-3243-A911-9D63-97D47FB7B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EDA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79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16FC67-F5FE-CA8A-9B4A-09A83AAE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75" y="1112984"/>
            <a:ext cx="11389649" cy="412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76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8EA579-DA48-C75E-E902-85BCA13B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55" y="1290738"/>
            <a:ext cx="11385889" cy="34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91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EADC14-06EA-FADC-BAC3-158810D4B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43" y="141438"/>
            <a:ext cx="8345609" cy="25559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BB8CDF-B814-5E83-26B7-7F1DB11E6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43" y="3014460"/>
            <a:ext cx="8345609" cy="356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14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93E9F7-7B59-A899-4368-EC24F6F75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3" y="336938"/>
            <a:ext cx="10476093" cy="618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99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E4C6EC-2790-1262-602E-702BE58CD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39" y="1052818"/>
            <a:ext cx="11244521" cy="427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843DF1-97F0-CC77-B8EC-90DBF5124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91" y="585855"/>
            <a:ext cx="11211695" cy="26438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E76D35-333D-865E-AC4E-61B1A245B7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60"/>
          <a:stretch>
            <a:fillRect/>
          </a:stretch>
        </p:blipFill>
        <p:spPr>
          <a:xfrm>
            <a:off x="365164" y="4014227"/>
            <a:ext cx="11461672" cy="213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39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57</Words>
  <Application>Microsoft Office PowerPoint</Application>
  <PresentationFormat>와이드스크린</PresentationFormat>
  <Paragraphs>31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-apple-system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EDA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SOYOUNG YUN</dc:creator>
  <cp:lastModifiedBy>SOYOUNG YUN</cp:lastModifiedBy>
  <cp:revision>8</cp:revision>
  <dcterms:created xsi:type="dcterms:W3CDTF">2026-02-28T14:22:54Z</dcterms:created>
  <dcterms:modified xsi:type="dcterms:W3CDTF">2026-02-28T18:24:41Z</dcterms:modified>
</cp:coreProperties>
</file>